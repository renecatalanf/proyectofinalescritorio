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-25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7CE133-EEB5-4D6B-B7A2-7BB0261443D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001"/>
        </a:p>
      </dgm:t>
    </dgm:pt>
    <dgm:pt modelId="{7A54F621-6AC5-4E2C-A38A-0F0B6F538426}">
      <dgm:prSet phldrT="[Texto]"/>
      <dgm:spPr/>
      <dgm:t>
        <a:bodyPr/>
        <a:lstStyle/>
        <a:p>
          <a:r>
            <a:rPr lang="es-CL" dirty="0"/>
            <a:t>Índice</a:t>
          </a:r>
          <a:endParaRPr lang="en-001" dirty="0"/>
        </a:p>
      </dgm:t>
    </dgm:pt>
    <dgm:pt modelId="{624183DB-1A5E-4F84-A107-550E61474C17}" type="parTrans" cxnId="{66E73EA4-BD51-4D60-86E5-B04014E10757}">
      <dgm:prSet/>
      <dgm:spPr/>
      <dgm:t>
        <a:bodyPr/>
        <a:lstStyle/>
        <a:p>
          <a:endParaRPr lang="en-001"/>
        </a:p>
      </dgm:t>
    </dgm:pt>
    <dgm:pt modelId="{3F0A09AA-D35B-4F8A-ADDE-552D8F886EBD}" type="sibTrans" cxnId="{66E73EA4-BD51-4D60-86E5-B04014E10757}">
      <dgm:prSet/>
      <dgm:spPr/>
      <dgm:t>
        <a:bodyPr/>
        <a:lstStyle/>
        <a:p>
          <a:endParaRPr lang="en-001"/>
        </a:p>
      </dgm:t>
    </dgm:pt>
    <dgm:pt modelId="{0F9BEED2-425B-4766-B941-7D8785B0510C}">
      <dgm:prSet phldrT="[Texto]"/>
      <dgm:spPr/>
      <dgm:t>
        <a:bodyPr/>
        <a:lstStyle/>
        <a:p>
          <a:r>
            <a:rPr lang="es-CL" dirty="0"/>
            <a:t>Funcionalidades</a:t>
          </a:r>
          <a:endParaRPr lang="en-001" dirty="0"/>
        </a:p>
      </dgm:t>
    </dgm:pt>
    <dgm:pt modelId="{356297DF-C354-4ABC-AC77-E5CC13B9F887}" type="parTrans" cxnId="{3303997D-A03A-4A03-9ED5-703FB4440E81}">
      <dgm:prSet/>
      <dgm:spPr/>
      <dgm:t>
        <a:bodyPr/>
        <a:lstStyle/>
        <a:p>
          <a:endParaRPr lang="en-001"/>
        </a:p>
      </dgm:t>
    </dgm:pt>
    <dgm:pt modelId="{EC0D7484-B3F1-462E-B2C3-9454FE13C0B6}" type="sibTrans" cxnId="{3303997D-A03A-4A03-9ED5-703FB4440E81}">
      <dgm:prSet/>
      <dgm:spPr/>
      <dgm:t>
        <a:bodyPr/>
        <a:lstStyle/>
        <a:p>
          <a:endParaRPr lang="en-001"/>
        </a:p>
      </dgm:t>
    </dgm:pt>
    <dgm:pt modelId="{C37EF1A6-67E0-4231-B5AF-81EAF05753A9}">
      <dgm:prSet phldrT="[Texto]"/>
      <dgm:spPr/>
      <dgm:t>
        <a:bodyPr/>
        <a:lstStyle/>
        <a:p>
          <a:r>
            <a:rPr lang="es-CL" dirty="0"/>
            <a:t>Estructura MVVM</a:t>
          </a:r>
          <a:endParaRPr lang="en-001" dirty="0"/>
        </a:p>
      </dgm:t>
    </dgm:pt>
    <dgm:pt modelId="{9850B13A-BA04-4AA7-B921-6222792A3957}" type="parTrans" cxnId="{4767555F-CD9C-467E-B6AC-325E1550A77F}">
      <dgm:prSet/>
      <dgm:spPr/>
      <dgm:t>
        <a:bodyPr/>
        <a:lstStyle/>
        <a:p>
          <a:endParaRPr lang="en-001"/>
        </a:p>
      </dgm:t>
    </dgm:pt>
    <dgm:pt modelId="{E6EF78B1-5075-4B52-B50C-F40EE6CC438B}" type="sibTrans" cxnId="{4767555F-CD9C-467E-B6AC-325E1550A77F}">
      <dgm:prSet/>
      <dgm:spPr/>
      <dgm:t>
        <a:bodyPr/>
        <a:lstStyle/>
        <a:p>
          <a:endParaRPr lang="en-001"/>
        </a:p>
      </dgm:t>
    </dgm:pt>
    <dgm:pt modelId="{7BCFD637-8698-4138-9E48-8D1C0634708E}">
      <dgm:prSet phldrT="[Texto]"/>
      <dgm:spPr/>
      <dgm:t>
        <a:bodyPr/>
        <a:lstStyle/>
        <a:p>
          <a:r>
            <a:rPr lang="es-CL" dirty="0"/>
            <a:t>Demo</a:t>
          </a:r>
          <a:endParaRPr lang="en-001" dirty="0"/>
        </a:p>
      </dgm:t>
    </dgm:pt>
    <dgm:pt modelId="{D4E0224E-895A-495E-B28A-F3EEFB8DD794}" type="parTrans" cxnId="{66F709ED-9FCC-4814-8CAF-6FDAA726B286}">
      <dgm:prSet/>
      <dgm:spPr/>
      <dgm:t>
        <a:bodyPr/>
        <a:lstStyle/>
        <a:p>
          <a:endParaRPr lang="en-001"/>
        </a:p>
      </dgm:t>
    </dgm:pt>
    <dgm:pt modelId="{1905EE84-1F87-495B-9CD4-820B229FDF5C}" type="sibTrans" cxnId="{66F709ED-9FCC-4814-8CAF-6FDAA726B286}">
      <dgm:prSet/>
      <dgm:spPr/>
      <dgm:t>
        <a:bodyPr/>
        <a:lstStyle/>
        <a:p>
          <a:endParaRPr lang="en-001"/>
        </a:p>
      </dgm:t>
    </dgm:pt>
    <dgm:pt modelId="{27DA8DBC-13C4-48F7-85D7-7E37DC8601F4}" type="pres">
      <dgm:prSet presAssocID="{497CE133-EEB5-4D6B-B7A2-7BB0261443D8}" presName="vert0" presStyleCnt="0">
        <dgm:presLayoutVars>
          <dgm:dir/>
          <dgm:animOne val="branch"/>
          <dgm:animLvl val="lvl"/>
        </dgm:presLayoutVars>
      </dgm:prSet>
      <dgm:spPr/>
    </dgm:pt>
    <dgm:pt modelId="{F8177B5A-4688-4779-AE2B-2F2746DF5CFA}" type="pres">
      <dgm:prSet presAssocID="{7A54F621-6AC5-4E2C-A38A-0F0B6F538426}" presName="thickLine" presStyleLbl="alignNode1" presStyleIdx="0" presStyleCnt="1"/>
      <dgm:spPr/>
    </dgm:pt>
    <dgm:pt modelId="{96FA4B0D-3602-40CF-AD77-4694CE575975}" type="pres">
      <dgm:prSet presAssocID="{7A54F621-6AC5-4E2C-A38A-0F0B6F538426}" presName="horz1" presStyleCnt="0"/>
      <dgm:spPr/>
    </dgm:pt>
    <dgm:pt modelId="{7809C8FA-52CF-4287-ACC2-3E26ADFB17EC}" type="pres">
      <dgm:prSet presAssocID="{7A54F621-6AC5-4E2C-A38A-0F0B6F538426}" presName="tx1" presStyleLbl="revTx" presStyleIdx="0" presStyleCnt="4"/>
      <dgm:spPr/>
    </dgm:pt>
    <dgm:pt modelId="{D987EF66-A2AA-404E-95E6-604A66D2BE4E}" type="pres">
      <dgm:prSet presAssocID="{7A54F621-6AC5-4E2C-A38A-0F0B6F538426}" presName="vert1" presStyleCnt="0"/>
      <dgm:spPr/>
    </dgm:pt>
    <dgm:pt modelId="{305E89D3-E80B-4F99-9665-33EF17E6F4C7}" type="pres">
      <dgm:prSet presAssocID="{0F9BEED2-425B-4766-B941-7D8785B0510C}" presName="vertSpace2a" presStyleCnt="0"/>
      <dgm:spPr/>
    </dgm:pt>
    <dgm:pt modelId="{E7219128-9172-4BD6-8346-2A50CFBF9717}" type="pres">
      <dgm:prSet presAssocID="{0F9BEED2-425B-4766-B941-7D8785B0510C}" presName="horz2" presStyleCnt="0"/>
      <dgm:spPr/>
    </dgm:pt>
    <dgm:pt modelId="{75D5FE7F-A3D8-4FAD-BD54-66DDC91B1374}" type="pres">
      <dgm:prSet presAssocID="{0F9BEED2-425B-4766-B941-7D8785B0510C}" presName="horzSpace2" presStyleCnt="0"/>
      <dgm:spPr/>
    </dgm:pt>
    <dgm:pt modelId="{B94A042E-93A8-43B7-A2DD-52E8D43984BA}" type="pres">
      <dgm:prSet presAssocID="{0F9BEED2-425B-4766-B941-7D8785B0510C}" presName="tx2" presStyleLbl="revTx" presStyleIdx="1" presStyleCnt="4"/>
      <dgm:spPr/>
    </dgm:pt>
    <dgm:pt modelId="{33579C94-A292-4745-B27A-346C06C2E529}" type="pres">
      <dgm:prSet presAssocID="{0F9BEED2-425B-4766-B941-7D8785B0510C}" presName="vert2" presStyleCnt="0"/>
      <dgm:spPr/>
    </dgm:pt>
    <dgm:pt modelId="{7A4C595D-211B-4FCE-BFD3-81A86C50C1C8}" type="pres">
      <dgm:prSet presAssocID="{0F9BEED2-425B-4766-B941-7D8785B0510C}" presName="thinLine2b" presStyleLbl="callout" presStyleIdx="0" presStyleCnt="3"/>
      <dgm:spPr/>
    </dgm:pt>
    <dgm:pt modelId="{D179BC3C-4E52-48DA-B978-8333E0463A16}" type="pres">
      <dgm:prSet presAssocID="{0F9BEED2-425B-4766-B941-7D8785B0510C}" presName="vertSpace2b" presStyleCnt="0"/>
      <dgm:spPr/>
    </dgm:pt>
    <dgm:pt modelId="{BB42D39B-A7A9-4A6B-9F9B-1611F14F0755}" type="pres">
      <dgm:prSet presAssocID="{C37EF1A6-67E0-4231-B5AF-81EAF05753A9}" presName="horz2" presStyleCnt="0"/>
      <dgm:spPr/>
    </dgm:pt>
    <dgm:pt modelId="{40FF7577-2E6A-4E02-921B-53D5E67C3AFE}" type="pres">
      <dgm:prSet presAssocID="{C37EF1A6-67E0-4231-B5AF-81EAF05753A9}" presName="horzSpace2" presStyleCnt="0"/>
      <dgm:spPr/>
    </dgm:pt>
    <dgm:pt modelId="{81EC0EBE-3666-4E12-9732-672BC1A1C2FB}" type="pres">
      <dgm:prSet presAssocID="{C37EF1A6-67E0-4231-B5AF-81EAF05753A9}" presName="tx2" presStyleLbl="revTx" presStyleIdx="2" presStyleCnt="4"/>
      <dgm:spPr/>
    </dgm:pt>
    <dgm:pt modelId="{125B0D54-24A0-4839-AF3C-D97D110D4C9C}" type="pres">
      <dgm:prSet presAssocID="{C37EF1A6-67E0-4231-B5AF-81EAF05753A9}" presName="vert2" presStyleCnt="0"/>
      <dgm:spPr/>
    </dgm:pt>
    <dgm:pt modelId="{FA48D93E-4BBF-4E7E-8797-5EC3384F3AAB}" type="pres">
      <dgm:prSet presAssocID="{C37EF1A6-67E0-4231-B5AF-81EAF05753A9}" presName="thinLine2b" presStyleLbl="callout" presStyleIdx="1" presStyleCnt="3"/>
      <dgm:spPr/>
    </dgm:pt>
    <dgm:pt modelId="{55E4D201-E770-4F5C-A6AD-D9CB7D66FA88}" type="pres">
      <dgm:prSet presAssocID="{C37EF1A6-67E0-4231-B5AF-81EAF05753A9}" presName="vertSpace2b" presStyleCnt="0"/>
      <dgm:spPr/>
    </dgm:pt>
    <dgm:pt modelId="{2073CC93-121A-4379-8563-26D017616835}" type="pres">
      <dgm:prSet presAssocID="{7BCFD637-8698-4138-9E48-8D1C0634708E}" presName="horz2" presStyleCnt="0"/>
      <dgm:spPr/>
    </dgm:pt>
    <dgm:pt modelId="{373E8F57-59D1-4AA4-B37D-150B286AB3FA}" type="pres">
      <dgm:prSet presAssocID="{7BCFD637-8698-4138-9E48-8D1C0634708E}" presName="horzSpace2" presStyleCnt="0"/>
      <dgm:spPr/>
    </dgm:pt>
    <dgm:pt modelId="{4FA54F83-88C9-44F8-BBCC-832536F54BF0}" type="pres">
      <dgm:prSet presAssocID="{7BCFD637-8698-4138-9E48-8D1C0634708E}" presName="tx2" presStyleLbl="revTx" presStyleIdx="3" presStyleCnt="4"/>
      <dgm:spPr/>
    </dgm:pt>
    <dgm:pt modelId="{67A60D04-BF4B-44DF-A940-CF02B26B821C}" type="pres">
      <dgm:prSet presAssocID="{7BCFD637-8698-4138-9E48-8D1C0634708E}" presName="vert2" presStyleCnt="0"/>
      <dgm:spPr/>
    </dgm:pt>
    <dgm:pt modelId="{7C2EF4EE-45E0-4F97-BDC4-A3CF5E686320}" type="pres">
      <dgm:prSet presAssocID="{7BCFD637-8698-4138-9E48-8D1C0634708E}" presName="thinLine2b" presStyleLbl="callout" presStyleIdx="2" presStyleCnt="3"/>
      <dgm:spPr/>
    </dgm:pt>
    <dgm:pt modelId="{2366F56E-DDB9-488D-AA41-5E6DEB15EA2E}" type="pres">
      <dgm:prSet presAssocID="{7BCFD637-8698-4138-9E48-8D1C0634708E}" presName="vertSpace2b" presStyleCnt="0"/>
      <dgm:spPr/>
    </dgm:pt>
  </dgm:ptLst>
  <dgm:cxnLst>
    <dgm:cxn modelId="{4938A30C-8D20-4B2E-8968-4540B779DE9E}" type="presOf" srcId="{7A54F621-6AC5-4E2C-A38A-0F0B6F538426}" destId="{7809C8FA-52CF-4287-ACC2-3E26ADFB17EC}" srcOrd="0" destOrd="0" presId="urn:microsoft.com/office/officeart/2008/layout/LinedList"/>
    <dgm:cxn modelId="{4767555F-CD9C-467E-B6AC-325E1550A77F}" srcId="{7A54F621-6AC5-4E2C-A38A-0F0B6F538426}" destId="{C37EF1A6-67E0-4231-B5AF-81EAF05753A9}" srcOrd="1" destOrd="0" parTransId="{9850B13A-BA04-4AA7-B921-6222792A3957}" sibTransId="{E6EF78B1-5075-4B52-B50C-F40EE6CC438B}"/>
    <dgm:cxn modelId="{C8A80F76-77A5-4C86-BA35-D5C2EFEABC20}" type="presOf" srcId="{7BCFD637-8698-4138-9E48-8D1C0634708E}" destId="{4FA54F83-88C9-44F8-BBCC-832536F54BF0}" srcOrd="0" destOrd="0" presId="urn:microsoft.com/office/officeart/2008/layout/LinedList"/>
    <dgm:cxn modelId="{3303997D-A03A-4A03-9ED5-703FB4440E81}" srcId="{7A54F621-6AC5-4E2C-A38A-0F0B6F538426}" destId="{0F9BEED2-425B-4766-B941-7D8785B0510C}" srcOrd="0" destOrd="0" parTransId="{356297DF-C354-4ABC-AC77-E5CC13B9F887}" sibTransId="{EC0D7484-B3F1-462E-B2C3-9454FE13C0B6}"/>
    <dgm:cxn modelId="{792F2F80-1BF2-4681-9C22-F7ECB9B44FBD}" type="presOf" srcId="{497CE133-EEB5-4D6B-B7A2-7BB0261443D8}" destId="{27DA8DBC-13C4-48F7-85D7-7E37DC8601F4}" srcOrd="0" destOrd="0" presId="urn:microsoft.com/office/officeart/2008/layout/LinedList"/>
    <dgm:cxn modelId="{E90D4AA0-4671-4ED0-ABD3-1EB0A580358C}" type="presOf" srcId="{C37EF1A6-67E0-4231-B5AF-81EAF05753A9}" destId="{81EC0EBE-3666-4E12-9732-672BC1A1C2FB}" srcOrd="0" destOrd="0" presId="urn:microsoft.com/office/officeart/2008/layout/LinedList"/>
    <dgm:cxn modelId="{66E73EA4-BD51-4D60-86E5-B04014E10757}" srcId="{497CE133-EEB5-4D6B-B7A2-7BB0261443D8}" destId="{7A54F621-6AC5-4E2C-A38A-0F0B6F538426}" srcOrd="0" destOrd="0" parTransId="{624183DB-1A5E-4F84-A107-550E61474C17}" sibTransId="{3F0A09AA-D35B-4F8A-ADDE-552D8F886EBD}"/>
    <dgm:cxn modelId="{C897E6C4-3E40-477E-8EE2-EE87EBA20DC2}" type="presOf" srcId="{0F9BEED2-425B-4766-B941-7D8785B0510C}" destId="{B94A042E-93A8-43B7-A2DD-52E8D43984BA}" srcOrd="0" destOrd="0" presId="urn:microsoft.com/office/officeart/2008/layout/LinedList"/>
    <dgm:cxn modelId="{66F709ED-9FCC-4814-8CAF-6FDAA726B286}" srcId="{7A54F621-6AC5-4E2C-A38A-0F0B6F538426}" destId="{7BCFD637-8698-4138-9E48-8D1C0634708E}" srcOrd="2" destOrd="0" parTransId="{D4E0224E-895A-495E-B28A-F3EEFB8DD794}" sibTransId="{1905EE84-1F87-495B-9CD4-820B229FDF5C}"/>
    <dgm:cxn modelId="{EC224CD0-4C8B-40D7-B302-7767D20846AE}" type="presParOf" srcId="{27DA8DBC-13C4-48F7-85D7-7E37DC8601F4}" destId="{F8177B5A-4688-4779-AE2B-2F2746DF5CFA}" srcOrd="0" destOrd="0" presId="urn:microsoft.com/office/officeart/2008/layout/LinedList"/>
    <dgm:cxn modelId="{673B57E8-3D7D-43D3-8751-4F75F8D43DEE}" type="presParOf" srcId="{27DA8DBC-13C4-48F7-85D7-7E37DC8601F4}" destId="{96FA4B0D-3602-40CF-AD77-4694CE575975}" srcOrd="1" destOrd="0" presId="urn:microsoft.com/office/officeart/2008/layout/LinedList"/>
    <dgm:cxn modelId="{CEB41159-5161-48F6-BC42-E91ADC8B031B}" type="presParOf" srcId="{96FA4B0D-3602-40CF-AD77-4694CE575975}" destId="{7809C8FA-52CF-4287-ACC2-3E26ADFB17EC}" srcOrd="0" destOrd="0" presId="urn:microsoft.com/office/officeart/2008/layout/LinedList"/>
    <dgm:cxn modelId="{43F66E7C-F4CE-4335-9D30-E7B5FDAB1370}" type="presParOf" srcId="{96FA4B0D-3602-40CF-AD77-4694CE575975}" destId="{D987EF66-A2AA-404E-95E6-604A66D2BE4E}" srcOrd="1" destOrd="0" presId="urn:microsoft.com/office/officeart/2008/layout/LinedList"/>
    <dgm:cxn modelId="{AFA5FF75-5525-45F1-BE13-D34509723162}" type="presParOf" srcId="{D987EF66-A2AA-404E-95E6-604A66D2BE4E}" destId="{305E89D3-E80B-4F99-9665-33EF17E6F4C7}" srcOrd="0" destOrd="0" presId="urn:microsoft.com/office/officeart/2008/layout/LinedList"/>
    <dgm:cxn modelId="{7D213741-E169-4316-9D58-1FDA70CABB59}" type="presParOf" srcId="{D987EF66-A2AA-404E-95E6-604A66D2BE4E}" destId="{E7219128-9172-4BD6-8346-2A50CFBF9717}" srcOrd="1" destOrd="0" presId="urn:microsoft.com/office/officeart/2008/layout/LinedList"/>
    <dgm:cxn modelId="{A6061053-1F70-4DFC-AA07-C02B77885BCB}" type="presParOf" srcId="{E7219128-9172-4BD6-8346-2A50CFBF9717}" destId="{75D5FE7F-A3D8-4FAD-BD54-66DDC91B1374}" srcOrd="0" destOrd="0" presId="urn:microsoft.com/office/officeart/2008/layout/LinedList"/>
    <dgm:cxn modelId="{EC5ACDD9-CEFD-4698-8FF2-6B3514B83119}" type="presParOf" srcId="{E7219128-9172-4BD6-8346-2A50CFBF9717}" destId="{B94A042E-93A8-43B7-A2DD-52E8D43984BA}" srcOrd="1" destOrd="0" presId="urn:microsoft.com/office/officeart/2008/layout/LinedList"/>
    <dgm:cxn modelId="{42330540-1FE6-44BE-BB30-95E5ABDBEA37}" type="presParOf" srcId="{E7219128-9172-4BD6-8346-2A50CFBF9717}" destId="{33579C94-A292-4745-B27A-346C06C2E529}" srcOrd="2" destOrd="0" presId="urn:microsoft.com/office/officeart/2008/layout/LinedList"/>
    <dgm:cxn modelId="{0F833ED3-C7CD-403C-9CB8-8BE0138094F3}" type="presParOf" srcId="{D987EF66-A2AA-404E-95E6-604A66D2BE4E}" destId="{7A4C595D-211B-4FCE-BFD3-81A86C50C1C8}" srcOrd="2" destOrd="0" presId="urn:microsoft.com/office/officeart/2008/layout/LinedList"/>
    <dgm:cxn modelId="{A17D51A6-C6DB-4EE0-81AA-B9290D129DDB}" type="presParOf" srcId="{D987EF66-A2AA-404E-95E6-604A66D2BE4E}" destId="{D179BC3C-4E52-48DA-B978-8333E0463A16}" srcOrd="3" destOrd="0" presId="urn:microsoft.com/office/officeart/2008/layout/LinedList"/>
    <dgm:cxn modelId="{6F805E35-1543-4377-A61A-1A53EDE0A8BB}" type="presParOf" srcId="{D987EF66-A2AA-404E-95E6-604A66D2BE4E}" destId="{BB42D39B-A7A9-4A6B-9F9B-1611F14F0755}" srcOrd="4" destOrd="0" presId="urn:microsoft.com/office/officeart/2008/layout/LinedList"/>
    <dgm:cxn modelId="{14ACB465-5E48-4517-833E-85DEE4C13929}" type="presParOf" srcId="{BB42D39B-A7A9-4A6B-9F9B-1611F14F0755}" destId="{40FF7577-2E6A-4E02-921B-53D5E67C3AFE}" srcOrd="0" destOrd="0" presId="urn:microsoft.com/office/officeart/2008/layout/LinedList"/>
    <dgm:cxn modelId="{CF7BEFCC-4E1B-4E2B-9B1D-A63EECAF34C9}" type="presParOf" srcId="{BB42D39B-A7A9-4A6B-9F9B-1611F14F0755}" destId="{81EC0EBE-3666-4E12-9732-672BC1A1C2FB}" srcOrd="1" destOrd="0" presId="urn:microsoft.com/office/officeart/2008/layout/LinedList"/>
    <dgm:cxn modelId="{E9ABF9F1-F831-4A20-87CF-DE7D22E29937}" type="presParOf" srcId="{BB42D39B-A7A9-4A6B-9F9B-1611F14F0755}" destId="{125B0D54-24A0-4839-AF3C-D97D110D4C9C}" srcOrd="2" destOrd="0" presId="urn:microsoft.com/office/officeart/2008/layout/LinedList"/>
    <dgm:cxn modelId="{F1E2D662-8EA7-4B08-ACE6-2BDE24B516B3}" type="presParOf" srcId="{D987EF66-A2AA-404E-95E6-604A66D2BE4E}" destId="{FA48D93E-4BBF-4E7E-8797-5EC3384F3AAB}" srcOrd="5" destOrd="0" presId="urn:microsoft.com/office/officeart/2008/layout/LinedList"/>
    <dgm:cxn modelId="{AA870983-E02E-4A38-9843-916095453783}" type="presParOf" srcId="{D987EF66-A2AA-404E-95E6-604A66D2BE4E}" destId="{55E4D201-E770-4F5C-A6AD-D9CB7D66FA88}" srcOrd="6" destOrd="0" presId="urn:microsoft.com/office/officeart/2008/layout/LinedList"/>
    <dgm:cxn modelId="{1D975322-0008-4601-8A0D-92BFDE6FEB66}" type="presParOf" srcId="{D987EF66-A2AA-404E-95E6-604A66D2BE4E}" destId="{2073CC93-121A-4379-8563-26D017616835}" srcOrd="7" destOrd="0" presId="urn:microsoft.com/office/officeart/2008/layout/LinedList"/>
    <dgm:cxn modelId="{BA2459EC-850C-4918-A4EC-F6CBAD90DB82}" type="presParOf" srcId="{2073CC93-121A-4379-8563-26D017616835}" destId="{373E8F57-59D1-4AA4-B37D-150B286AB3FA}" srcOrd="0" destOrd="0" presId="urn:microsoft.com/office/officeart/2008/layout/LinedList"/>
    <dgm:cxn modelId="{F8F22805-1F35-46BE-A0A3-B05CB5074E40}" type="presParOf" srcId="{2073CC93-121A-4379-8563-26D017616835}" destId="{4FA54F83-88C9-44F8-BBCC-832536F54BF0}" srcOrd="1" destOrd="0" presId="urn:microsoft.com/office/officeart/2008/layout/LinedList"/>
    <dgm:cxn modelId="{A0FA3ABD-8FEC-47FA-B834-A181EAA6701B}" type="presParOf" srcId="{2073CC93-121A-4379-8563-26D017616835}" destId="{67A60D04-BF4B-44DF-A940-CF02B26B821C}" srcOrd="2" destOrd="0" presId="urn:microsoft.com/office/officeart/2008/layout/LinedList"/>
    <dgm:cxn modelId="{8EAB693F-FF10-4FFC-BE55-BB527C6BF48E}" type="presParOf" srcId="{D987EF66-A2AA-404E-95E6-604A66D2BE4E}" destId="{7C2EF4EE-45E0-4F97-BDC4-A3CF5E686320}" srcOrd="8" destOrd="0" presId="urn:microsoft.com/office/officeart/2008/layout/LinedList"/>
    <dgm:cxn modelId="{A31393DD-42D6-4BCC-A359-7CCCC169A662}" type="presParOf" srcId="{D987EF66-A2AA-404E-95E6-604A66D2BE4E}" destId="{2366F56E-DDB9-488D-AA41-5E6DEB15EA2E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177B5A-4688-4779-AE2B-2F2746DF5CFA}">
      <dsp:nvSpPr>
        <dsp:cNvPr id="0" name=""/>
        <dsp:cNvSpPr/>
      </dsp:nvSpPr>
      <dsp:spPr>
        <a:xfrm>
          <a:off x="0" y="0"/>
          <a:ext cx="81280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09C8FA-52CF-4287-ACC2-3E26ADFB17EC}">
      <dsp:nvSpPr>
        <dsp:cNvPr id="0" name=""/>
        <dsp:cNvSpPr/>
      </dsp:nvSpPr>
      <dsp:spPr>
        <a:xfrm>
          <a:off x="0" y="0"/>
          <a:ext cx="1625600" cy="54186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4100" kern="1200" dirty="0"/>
            <a:t>Índice</a:t>
          </a:r>
          <a:endParaRPr lang="en-001" sz="4100" kern="1200" dirty="0"/>
        </a:p>
      </dsp:txBody>
      <dsp:txXfrm>
        <a:off x="0" y="0"/>
        <a:ext cx="1625600" cy="5418667"/>
      </dsp:txXfrm>
    </dsp:sp>
    <dsp:sp modelId="{B94A042E-93A8-43B7-A2DD-52E8D43984BA}">
      <dsp:nvSpPr>
        <dsp:cNvPr id="0" name=""/>
        <dsp:cNvSpPr/>
      </dsp:nvSpPr>
      <dsp:spPr>
        <a:xfrm>
          <a:off x="1747520" y="84666"/>
          <a:ext cx="6380480" cy="1693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3840" tIns="243840" rIns="243840" bIns="243840" numCol="1" spcCol="1270" anchor="t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6400" kern="1200" dirty="0"/>
            <a:t>Funcionalidades</a:t>
          </a:r>
          <a:endParaRPr lang="en-001" sz="6400" kern="1200" dirty="0"/>
        </a:p>
      </dsp:txBody>
      <dsp:txXfrm>
        <a:off x="1747520" y="84666"/>
        <a:ext cx="6380480" cy="1693333"/>
      </dsp:txXfrm>
    </dsp:sp>
    <dsp:sp modelId="{7A4C595D-211B-4FCE-BFD3-81A86C50C1C8}">
      <dsp:nvSpPr>
        <dsp:cNvPr id="0" name=""/>
        <dsp:cNvSpPr/>
      </dsp:nvSpPr>
      <dsp:spPr>
        <a:xfrm>
          <a:off x="1625599" y="1778000"/>
          <a:ext cx="65024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EC0EBE-3666-4E12-9732-672BC1A1C2FB}">
      <dsp:nvSpPr>
        <dsp:cNvPr id="0" name=""/>
        <dsp:cNvSpPr/>
      </dsp:nvSpPr>
      <dsp:spPr>
        <a:xfrm>
          <a:off x="1747520" y="1862666"/>
          <a:ext cx="6380480" cy="1693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3840" tIns="243840" rIns="243840" bIns="243840" numCol="1" spcCol="1270" anchor="t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6400" kern="1200" dirty="0"/>
            <a:t>Estructura MVVM</a:t>
          </a:r>
          <a:endParaRPr lang="en-001" sz="6400" kern="1200" dirty="0"/>
        </a:p>
      </dsp:txBody>
      <dsp:txXfrm>
        <a:off x="1747520" y="1862666"/>
        <a:ext cx="6380480" cy="1693333"/>
      </dsp:txXfrm>
    </dsp:sp>
    <dsp:sp modelId="{FA48D93E-4BBF-4E7E-8797-5EC3384F3AAB}">
      <dsp:nvSpPr>
        <dsp:cNvPr id="0" name=""/>
        <dsp:cNvSpPr/>
      </dsp:nvSpPr>
      <dsp:spPr>
        <a:xfrm>
          <a:off x="1625599" y="3556000"/>
          <a:ext cx="65024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A54F83-88C9-44F8-BBCC-832536F54BF0}">
      <dsp:nvSpPr>
        <dsp:cNvPr id="0" name=""/>
        <dsp:cNvSpPr/>
      </dsp:nvSpPr>
      <dsp:spPr>
        <a:xfrm>
          <a:off x="1747520" y="3640666"/>
          <a:ext cx="6380480" cy="1693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3840" tIns="243840" rIns="243840" bIns="243840" numCol="1" spcCol="1270" anchor="t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6400" kern="1200" dirty="0"/>
            <a:t>Demo</a:t>
          </a:r>
          <a:endParaRPr lang="en-001" sz="6400" kern="1200" dirty="0"/>
        </a:p>
      </dsp:txBody>
      <dsp:txXfrm>
        <a:off x="1747520" y="3640666"/>
        <a:ext cx="6380480" cy="1693333"/>
      </dsp:txXfrm>
    </dsp:sp>
    <dsp:sp modelId="{7C2EF4EE-45E0-4F97-BDC4-A3CF5E686320}">
      <dsp:nvSpPr>
        <dsp:cNvPr id="0" name=""/>
        <dsp:cNvSpPr/>
      </dsp:nvSpPr>
      <dsp:spPr>
        <a:xfrm>
          <a:off x="1625599" y="5334000"/>
          <a:ext cx="65024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59FD62-39AE-4D93-B059-61214B2DA9F8}" type="datetimeFigureOut">
              <a:rPr lang="en-001" smtClean="0"/>
              <a:t>06/05/2025</a:t>
            </a:fld>
            <a:endParaRPr lang="en-001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001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001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9404F8-7F5B-4C08-9B00-77021D451182}" type="slidenum">
              <a:rPr lang="en-001" smtClean="0"/>
              <a:t>‹Nº›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474489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404F8-7F5B-4C08-9B00-77021D451182}" type="slidenum">
              <a:rPr lang="en-001" smtClean="0"/>
              <a:t>1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136789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 err="1"/>
              <a:t>Entity</a:t>
            </a:r>
            <a:r>
              <a:rPr lang="es-CL" dirty="0"/>
              <a:t> Framework</a:t>
            </a:r>
          </a:p>
          <a:p>
            <a:r>
              <a:rPr lang="es-CL" dirty="0" err="1"/>
              <a:t>pdfSharp</a:t>
            </a:r>
            <a:endParaRPr lang="es-CL" dirty="0"/>
          </a:p>
          <a:p>
            <a:r>
              <a:rPr lang="es-CL" dirty="0" err="1"/>
              <a:t>SqlServer</a:t>
            </a:r>
            <a:endParaRPr lang="es-CL" dirty="0"/>
          </a:p>
          <a:p>
            <a:r>
              <a:rPr lang="es-CL" dirty="0" err="1"/>
              <a:t>Nlog</a:t>
            </a:r>
            <a:endParaRPr lang="en-00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404F8-7F5B-4C08-9B00-77021D451182}" type="slidenum">
              <a:rPr lang="en-001" smtClean="0"/>
              <a:t>3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919403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5/6/2025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5/6/2025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5/6/2025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5/6/2025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5/6/2025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5/6/2025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5/6/2025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5/6/2025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5/6/2025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5/6/2025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5/6/2025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5/6/2025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46C4EB-1600-D2D5-2DE6-06E3CB57C9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Restaurant SAP</a:t>
            </a:r>
            <a:endParaRPr lang="en-00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944668-95DF-FB00-14F3-CA2A2D2DB6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/>
              <a:t>René Ignacio catalán Figueroa</a:t>
            </a:r>
          </a:p>
        </p:txBody>
      </p:sp>
    </p:spTree>
    <p:extLst>
      <p:ext uri="{BB962C8B-B14F-4D97-AF65-F5344CB8AC3E}">
        <p14:creationId xmlns:p14="http://schemas.microsoft.com/office/powerpoint/2010/main" val="3551513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DAB0C33C-8FC9-CB8E-DAFB-15BC177B61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4132764"/>
              </p:ext>
            </p:extLst>
          </p:nvPr>
        </p:nvGraphicFramePr>
        <p:xfrm>
          <a:off x="724309" y="47386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3238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C81EC2-E268-BD7E-7AA3-C01FBE1F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Funcionalidades</a:t>
            </a:r>
            <a:endParaRPr lang="en-00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F76D28-7E08-34AF-B2FB-79B05A100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83385"/>
            <a:ext cx="10058400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s-CL" sz="2400" dirty="0"/>
              <a:t>CRUD Mesas – Menús – Reservas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CL" sz="2400" dirty="0"/>
              <a:t>Mapa de Mesas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CL" sz="2400" dirty="0"/>
              <a:t>Historial Pedidos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CL" sz="2400" dirty="0"/>
              <a:t>Sistema Reserva</a:t>
            </a:r>
          </a:p>
          <a:p>
            <a:pPr marL="0" indent="0">
              <a:buNone/>
            </a:pPr>
            <a:endParaRPr lang="es-CL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s-CL" sz="2400" dirty="0"/>
              <a:t>Logs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CL" sz="2400" dirty="0"/>
              <a:t>Generación PDF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s-CL" sz="2400" dirty="0"/>
              <a:t>Internalización</a:t>
            </a:r>
          </a:p>
          <a:p>
            <a:pPr marL="0" indent="0">
              <a:buNone/>
            </a:pPr>
            <a:endParaRPr lang="es-CL" sz="2400" dirty="0"/>
          </a:p>
          <a:p>
            <a:pPr marL="0" indent="0">
              <a:buNone/>
            </a:pPr>
            <a:endParaRPr lang="en-001" sz="2400" dirty="0"/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0CBB24D8-5BFD-C8CA-05D6-304A712171C6}"/>
              </a:ext>
            </a:extLst>
          </p:cNvPr>
          <p:cNvSpPr/>
          <p:nvPr/>
        </p:nvSpPr>
        <p:spPr>
          <a:xfrm>
            <a:off x="4129549" y="3578940"/>
            <a:ext cx="3785419" cy="2753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6E31F1E-9C88-3184-F592-9C4D0941E1BB}"/>
              </a:ext>
            </a:extLst>
          </p:cNvPr>
          <p:cNvSpPr txBox="1"/>
          <p:nvPr/>
        </p:nvSpPr>
        <p:spPr>
          <a:xfrm>
            <a:off x="8072283" y="3588769"/>
            <a:ext cx="35297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s-CL" dirty="0"/>
              <a:t>Verde -&gt; Libre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CL" dirty="0"/>
              <a:t>Rojo -&gt; Ocupada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CL" dirty="0"/>
              <a:t>Morado -&gt; Pronto a la hora de reserva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CL" dirty="0"/>
              <a:t>Naranja -&gt; Reservada</a:t>
            </a:r>
          </a:p>
        </p:txBody>
      </p:sp>
    </p:spTree>
    <p:extLst>
      <p:ext uri="{BB962C8B-B14F-4D97-AF65-F5344CB8AC3E}">
        <p14:creationId xmlns:p14="http://schemas.microsoft.com/office/powerpoint/2010/main" val="3879175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2F53E3-FC29-2935-3923-DC86DB92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Estructura MVVM</a:t>
            </a:r>
            <a:endParaRPr lang="en-00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BC5A6D0-4ACB-F016-FAB3-C1428AE66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642" y="1819815"/>
            <a:ext cx="2373507" cy="438513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F6146B7-531B-A2FC-28B7-91DB47162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151" y="1918137"/>
            <a:ext cx="8223701" cy="337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488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CEE530-31A4-1BE4-6925-BFC9408FD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Demo</a:t>
            </a:r>
            <a:endParaRPr lang="en-00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530358D-17F2-C962-E0A9-E5DC69651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798" y="1917601"/>
            <a:ext cx="8060403" cy="428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548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E1CC8-E1E4-848B-564B-72E47FCA9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7EC524-9DDC-BDE4-E7FF-B793970CDC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Restaurant SAP</a:t>
            </a:r>
            <a:endParaRPr lang="en-00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D1A6DE-6C04-B192-9170-D7B6BD54C4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/>
              <a:t>René Ignacio catalán Figueroa</a:t>
            </a:r>
          </a:p>
        </p:txBody>
      </p:sp>
    </p:spTree>
    <p:extLst>
      <p:ext uri="{BB962C8B-B14F-4D97-AF65-F5344CB8AC3E}">
        <p14:creationId xmlns:p14="http://schemas.microsoft.com/office/powerpoint/2010/main" val="7674018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83</TotalTime>
  <Words>62</Words>
  <Application>Microsoft Office PowerPoint</Application>
  <PresentationFormat>Panorámica</PresentationFormat>
  <Paragraphs>29</Paragraphs>
  <Slides>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Aptos</vt:lpstr>
      <vt:lpstr>Calibri</vt:lpstr>
      <vt:lpstr>Calibri Light</vt:lpstr>
      <vt:lpstr>Wingdings</vt:lpstr>
      <vt:lpstr>Retrospección</vt:lpstr>
      <vt:lpstr>Restaurant SAP</vt:lpstr>
      <vt:lpstr>Presentación de PowerPoint</vt:lpstr>
      <vt:lpstr>Funcionalidades</vt:lpstr>
      <vt:lpstr>Estructura MVVM</vt:lpstr>
      <vt:lpstr>Demo</vt:lpstr>
      <vt:lpstr>Restaurant SAP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RENE CATALAN</dc:creator>
  <cp:lastModifiedBy>RENE CATALAN</cp:lastModifiedBy>
  <cp:revision>5</cp:revision>
  <dcterms:created xsi:type="dcterms:W3CDTF">2025-05-06T12:46:46Z</dcterms:created>
  <dcterms:modified xsi:type="dcterms:W3CDTF">2025-05-06T14:20:59Z</dcterms:modified>
</cp:coreProperties>
</file>